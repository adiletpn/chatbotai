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 команда ___ из ___. Наш проект — Mind AI: интеллектуальный ассистент, который читает ваши документы и отвечает на вопросы по ним на казахском, русском и английском, всегда показывая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из нас сталкивался: нужен один пункт из длинного документа. Его ищут вручную, документ может быть на другом языке или вообще сканом. А если ответ дал ИИ — непонятно, можно ли ему 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Работа в три шага. Главное — каждый ответ подтверждён ссылкой на документ и страницу.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— Retrieval-Augmented Generation. Модель не «вспоминает», а читает найденные фрагменты документа. Поэтому ответы точные, а каждый факт подтверждён 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Нажимаем на источник под ответом — открывается настоящая страница документа, а строки, на которых основан ответ, подсвечены маркером. Под ответом — индикатор «подтверждено N источниками».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документа: ИИ сам раскладывает документ на сроки, цифры, требования и термины. Проверка знаний: тест по документу с объяснениями — например, после инструктажа по охране труда.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полноценный сервис: аккаунты с подтверждением почты, сохранённые чаты, настройки, темы, мобильная версия. Он уже работает в интернете.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Пройдёмся по требованиям направления AIChatBots: всё выполнено, включая три дополнительные возможности.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 проверен автотестами и на реальных документах. Он уже доступен по ссылке — можно открыть прямо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вещей, которые делают Mind AI особенным: доказательство на странице, казахский язык, режимы помимо чата, честность, приватность и работа даже без связи с моделью.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 AI подходит для любой организации, где много документов: колледжи, предприятия, госорганы, бизнес.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Представьте участников команды и их роли.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Планы развития: WhatsApp, вход через Google, семантический поиск, голосовые ответы на казахском, общие базы знаний для организаций.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Mind AI уже работает онлайн — откройте по QR-коду.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496567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Интеллектуальный ассистент,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который отвечает по документам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ABF8"/>
                </a:solidFill>
                <a:latin typeface="Arial"/>
              </a:rPr>
              <a:t>Направление AIChatBots · Innovation AI Hackathon –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8C8CE"/>
                </a:solidFill>
                <a:latin typeface="Arial"/>
              </a:rPr>
              <a:t>Команда: ____________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8C8CE"/>
                </a:solidFill>
                <a:latin typeface="Arial"/>
              </a:rPr>
              <a:t>Колледж: ____________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8C8CE"/>
                </a:solidFill>
                <a:latin typeface="Arial"/>
              </a:rPr>
              <a:t>Руководитель: ____________</a:t>
            </a:r>
          </a:p>
        </p:txBody>
      </p:sp>
      <p:pic>
        <p:nvPicPr>
          <p:cNvPr id="6" name="Picture 5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43075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Найти ответ в документе — долго и сложно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1168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A2A2F"/>
                </a:solidFill>
                <a:latin typeface="Arial"/>
              </a:rPr>
              <a:t>Долгий поиск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Положения, инструкции, учебные материалы занимают десятки страниц — нужный пункт ищут вручную.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01168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A2A2F"/>
                </a:solidFill>
                <a:latin typeface="Arial"/>
              </a:rPr>
              <a:t>Разные языки и сканы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Документ на казахском, вопрос на русском. Сканы и фото вообще не находятся обычным поиском.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747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20" y="201168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60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A2A2F"/>
                </a:solidFill>
                <a:latin typeface="Arial"/>
              </a:rPr>
              <a:t>Нет доверия к ответу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718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Ответ без указания источника нельзя проверить — а в учёбе и на работе ошибка дорого стоит.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6366F1"/>
                </a:solidFill>
                <a:latin typeface="Arial"/>
              </a:rPr>
              <a:t>Mind AI решает все три: быстро, на любом из трёх языков и с доказательством из документа.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Решение: загрузите документ — и задайте вопрос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4480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0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Загрузите документ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1343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PDF, DOCX, PPTX, XLSX, TXT, скан или фото — на сайте или в Telegram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4480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375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Задайте вопрос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3075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На казахском, русском или английском — текстом или голосом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4480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548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Получите ответ с источником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14807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Точный ответ по документу и ссылки [1] [2] на страницу с цитатой</a:t>
            </a:r>
          </a:p>
        </p:txBody>
      </p:sp>
      <p:pic>
        <p:nvPicPr>
          <p:cNvPr id="24" name="Picture 23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788795"/>
            <a:ext cx="6126480" cy="3829050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ТЕХНОЛОГИЯ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Как это работает: технология RAG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Чтение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PDF, DOCX, PPTX, XLSX…
сканы → OCR kaz/rus/eng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7480" y="254203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9504" y="178308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20116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Фрагменты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51460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текст делится на части
с номером страницы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46904" y="254203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8928" y="178308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ECECFD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0116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6366F1"/>
                </a:solidFill>
                <a:latin typeface="Arial"/>
              </a:rPr>
              <a:t>Поиск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51460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BM25 + казахская и русская
морфология, перевод ×3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96328" y="254203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8352" y="178308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ECECFD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20116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6366F1"/>
                </a:solidFill>
                <a:latin typeface="Arial"/>
              </a:rPr>
              <a:t>Ответ 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51460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только по найденному
тексту, без выдумок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45752" y="2542032"/>
            <a:ext cx="164592" cy="219456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37776" y="178308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201168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Источник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2514600"/>
            <a:ext cx="1847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ссылки [n], страница
и подсветка строк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2A2F"/>
                </a:solidFill>
                <a:latin typeface="Arial"/>
              </a:rPr>
              <a:t>Межъязыковой поиск</a:t>
            </a:r>
            <a:r>
              <a:rPr sz="1600">
                <a:solidFill>
                  <a:srgbClr val="6B6B73"/>
                </a:solidFill>
                <a:latin typeface="Arial"/>
              </a:rPr>
              <a:t> — вопрос на русском находит ответ в казахском документе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2A2F"/>
                </a:solidFill>
                <a:latin typeface="Arial"/>
              </a:rPr>
              <a:t>Только по документу</a:t>
            </a:r>
            <a:r>
              <a:rPr sz="1600">
                <a:solidFill>
                  <a:srgbClr val="6B6B73"/>
                </a:solidFill>
                <a:latin typeface="Arial"/>
              </a:rPr>
              <a:t> — если ответа нет, Mind AI честно говорит об этом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2A2F"/>
                </a:solidFill>
                <a:latin typeface="Arial"/>
              </a:rPr>
              <a:t>Работает и без связи с моделью</a:t>
            </a:r>
            <a:r>
              <a:rPr sz="1600">
                <a:solidFill>
                  <a:srgbClr val="6B6B73"/>
                </a:solidFill>
                <a:latin typeface="Arial"/>
              </a:rPr>
              <a:t> — показывает найденные фрагменты с источниками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ПРОДУКТ · ОТВЕТ С ДОКАЗАТЕЛЬСТВОМ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Каждый ответ можно проверить за секунду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68780"/>
            <a:ext cx="6949440" cy="4343400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09560" y="1783080"/>
            <a:ext cx="3657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A2A2F"/>
                </a:solidFill>
                <a:latin typeface="Arial"/>
              </a:rPr>
              <a:t>Ссылки [1] [2]</a:t>
            </a:r>
            <a:r>
              <a:rPr sz="1500">
                <a:solidFill>
                  <a:srgbClr val="6B6B73"/>
                </a:solidFill>
                <a:latin typeface="Arial"/>
              </a:rPr>
              <a:t> — у каждого факта в ответе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A2A2F"/>
                </a:solidFill>
                <a:latin typeface="Arial"/>
              </a:rPr>
              <a:t>Страница документа</a:t>
            </a:r>
            <a:r>
              <a:rPr sz="1500">
                <a:solidFill>
                  <a:srgbClr val="6B6B73"/>
                </a:solidFill>
                <a:latin typeface="Arial"/>
              </a:rPr>
              <a:t> — открывается рядом с чатом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A2A2F"/>
                </a:solidFill>
                <a:latin typeface="Arial"/>
              </a:rPr>
              <a:t>Подсветка</a:t>
            </a:r>
            <a:r>
              <a:rPr sz="1500">
                <a:solidFill>
                  <a:srgbClr val="6B6B73"/>
                </a:solidFill>
                <a:latin typeface="Arial"/>
              </a:rPr>
              <a:t> — именно те строки, на которых основан ответ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A2A2F"/>
                </a:solidFill>
                <a:latin typeface="Arial"/>
              </a:rPr>
              <a:t>Индикатор доверия</a:t>
            </a:r>
            <a:r>
              <a:rPr sz="1500">
                <a:solidFill>
                  <a:srgbClr val="6B6B73"/>
                </a:solidFill>
                <a:latin typeface="Arial"/>
              </a:rPr>
              <a:t> — «подтверждено N источниками»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ПРОДУКТ · РЕЖИМЫ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Карта документа и проверка знаний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771"/>
            <a:ext cx="5440680" cy="3400425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  <p:pic>
        <p:nvPicPr>
          <p:cNvPr id="7" name="Picture 6" descr="qui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600771"/>
            <a:ext cx="5440680" cy="3400425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5120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Карта документа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68112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Сроки, ключевые цифры, чек-лист требований и термины — без единого вопроса, каждый пункт со ссылкой на страницу.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120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Проверка знаний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468112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6B73"/>
                </a:solidFill>
                <a:latin typeface="Arial"/>
              </a:rPr>
              <a:t>Тест по документу: варианты ответа, мгновенная проверка, объяснение со ссылкой, итоговый балл и разбор ошибок.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ПРОДУКТ · ПЛАТФОРМА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Готовая платформа, а не прототип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11630"/>
            <a:ext cx="6035040" cy="3771900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606414"/>
            <a:ext cx="1874518" cy="4056651"/>
          </a:xfrm>
          <a:prstGeom prst="rect">
            <a:avLst/>
          </a:prstGeom>
          <a:ln w="9525">
            <a:solidFill>
              <a:srgbClr val="E2E2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098280" y="1691640"/>
            <a:ext cx="2514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2A2A2F"/>
                </a:solidFill>
                <a:latin typeface="Arial"/>
              </a:rPr>
              <a:t>Аккаунты</a:t>
            </a:r>
            <a:r>
              <a:rPr sz="1250">
                <a:solidFill>
                  <a:srgbClr val="6B6B73"/>
                </a:solidFill>
                <a:latin typeface="Arial"/>
              </a:rPr>
              <a:t> — вход по email с кодом, сброс пароля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2A2F"/>
                </a:solidFill>
                <a:latin typeface="Arial"/>
              </a:rPr>
              <a:t>Сохранённые чаты</a:t>
            </a:r>
            <a:r>
              <a:rPr sz="1250">
                <a:solidFill>
                  <a:srgbClr val="6B6B73"/>
                </a:solidFill>
                <a:latin typeface="Arial"/>
              </a:rPr>
              <a:t> — история и контекст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2A2F"/>
                </a:solidFill>
                <a:latin typeface="Arial"/>
              </a:rPr>
              <a:t>Настройки</a:t>
            </a:r>
            <a:r>
              <a:rPr sz="1250">
                <a:solidFill>
                  <a:srgbClr val="6B6B73"/>
                </a:solidFill>
                <a:latin typeface="Arial"/>
              </a:rPr>
              <a:t> — 5 тем, 6 цветов, язык, стиль ответа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2A2F"/>
                </a:solidFill>
                <a:latin typeface="Arial"/>
              </a:rPr>
              <a:t>Телефон</a:t>
            </a:r>
            <a:r>
              <a:rPr sz="1250">
                <a:solidFill>
                  <a:srgbClr val="6B6B73"/>
                </a:solidFill>
                <a:latin typeface="Arial"/>
              </a:rPr>
              <a:t> — удобная мобильная версия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A2A2F"/>
                </a:solidFill>
                <a:latin typeface="Arial"/>
              </a:rPr>
              <a:t>Telegram</a:t>
            </a:r>
            <a:r>
              <a:rPr sz="1250">
                <a:solidFill>
                  <a:srgbClr val="6B6B73"/>
                </a:solidFill>
                <a:latin typeface="Arial"/>
              </a:rPr>
              <a:t> — тот же бот в мессенджере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СООТВЕТСТВИЕ П. 5.1.2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Все требования регламента выполнены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Требование</a:t>
                      </a:r>
                    </a:p>
                  </a:txBody>
                  <a:tcPr marL="137160" marR="137160">
                    <a:solidFill>
                      <a:srgbClr val="2A2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Как выполнено в Mind AI</a:t>
                      </a:r>
                    </a:p>
                  </a:txBody>
                  <a:tcPr marL="137160" marR="137160">
                    <a:solidFill>
                      <a:srgbClr val="2A2A2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A2F"/>
                          </a:solidFill>
                          <a:latin typeface="Arial"/>
                        </a:rPr>
                        <a:t>Работа с PDF, DOCX и другими документами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10+ форматов: PDF, DOCX, PPTX, XLSX, CSV, TXT, HTML, сканы и фото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A2F"/>
                          </a:solidFill>
                          <a:latin typeface="Arial"/>
                        </a:rPr>
                        <a:t>Точные и понятные ответы по содержанию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RAG + запрет выдумывать + ссылка на страницу у каждого факта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A2F"/>
                          </a:solidFill>
                          <a:latin typeface="Arial"/>
                        </a:rPr>
                        <a:t>Технологии ИИ и обработки языка (NLP)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Языковая модель, определение языка, морфология kk/ru, перевод запроса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A2F"/>
                          </a:solidFill>
                          <a:latin typeface="Arial"/>
                        </a:rPr>
                        <a:t>Telegram, WhatsApp или веб-платформа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Веб-платформа и Telegram-бот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2A2F"/>
                          </a:solidFill>
                          <a:latin typeface="Arial"/>
                        </a:rPr>
                        <a:t>Рабочая версия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Работает онлайн: chatbotai-production-51ae.up.railway.app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366F1"/>
                          </a:solidFill>
                          <a:latin typeface="Arial"/>
                        </a:rPr>
                        <a:t>★ Указание источника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Ссылки [n], страница документа и подсветка строк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366F1"/>
                          </a:solidFill>
                          <a:latin typeface="Arial"/>
                        </a:rPr>
                        <a:t>★ Многоязычие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Вопросы, ответы и интерфейс на казахском, русском, английском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6366F1"/>
                          </a:solidFill>
                          <a:latin typeface="Arial"/>
                        </a:rPr>
                        <a:t>★ Сканированные документы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A2A2F"/>
                          </a:solidFill>
                          <a:latin typeface="Arial"/>
                        </a:rPr>
                        <a:t>OCR с казахской, русской и английской моделями</a:t>
                      </a:r>
                    </a:p>
                  </a:txBody>
                  <a:tcPr marL="137160" marR="137160">
                    <a:solidFill>
                      <a:srgbClr val="F4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Результаты: работает, проверено, онлайн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форматов документов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928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языка: kk · ru · 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928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автоматические проверки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~10 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на ответ с источниками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2918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4930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работает онлайн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29184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9300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режима: чат · карта · тест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Проверено: вопрос на русском к казахскому документу, ответы по сканам, честное «в документе этого нет»,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регистрация с кодом, сброс пароля и изоляция данных пользователей.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УНИКАЛЬНОСТЬ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Что делает Mind AI особенным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92024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Доказательство на странице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Ответ подтверждён подсвеченными строками в самом документе.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92024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Казахский язык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Морфология в поиске, OCR казахских сканов, интерфейс на трёх языках.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20" y="192024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Больше, чем чат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Карта документа и проверка знаний — без единого вопроса.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02336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Честность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Если ответа нет в документе, Mind AI так и говорит — без выдумок.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402336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Приватность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Каждый пользователь видит только свои документы и чаты.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94760"/>
            <a:ext cx="34747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5320" y="402336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572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A2A2F"/>
                </a:solidFill>
                <a:latin typeface="Arial"/>
              </a:rPr>
              <a:t>Надёжность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83480"/>
            <a:ext cx="301752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Без связи с моделью продолжает находить фрагменты с источниками.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СФЕРА ПРИМЕНЕНИЯ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Где применять Mind AI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92024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Образование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89204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Учебники, методички, положения и правила — помощник для студентов и преподавателей.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Производство и охрана труда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489204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Инструкции, регламенты, нормы СИЗ — быстрый ответ рабочему и проверка знаний после инструктажа.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2336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Госсектор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489204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Приказы, законы, стандарты — поиск по документам на казахском и русском.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023360"/>
            <a:ext cx="384048" cy="384048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6366F1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Бизнес и юристы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489204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B73"/>
                </a:solidFill>
                <a:latin typeface="Arial"/>
              </a:rPr>
              <a:t>Договоры, политики, отчёты — ответы с точной ссылкой на пункт и страницу.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Команда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2103120"/>
            <a:ext cx="1005840" cy="1005840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Имя Фамилия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Роль в проекте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Имя Фамилия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4903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Роль в проекте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1160" y="2103120"/>
            <a:ext cx="1005840" cy="1005840"/>
          </a:xfrm>
          <a:prstGeom prst="ellipse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337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A2A2F"/>
                </a:solidFill>
                <a:latin typeface="Arial"/>
              </a:rPr>
              <a:t>Имя Фамилия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6B6B73"/>
                </a:solidFill>
                <a:latin typeface="Arial"/>
              </a:rPr>
              <a:t>Роль в проекте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Руководитель: 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366F1"/>
                </a:solidFill>
                <a:latin typeface="Arial"/>
              </a:rPr>
              <a:t>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2A2A2F"/>
                </a:solidFill>
                <a:latin typeface="Arial"/>
              </a:rPr>
              <a:t>Что дальше</a:t>
            </a:r>
          </a:p>
        </p:txBody>
      </p:sp>
      <p:pic>
        <p:nvPicPr>
          <p:cNvPr id="4" name="Picture 3" descr="word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6309360"/>
            <a:ext cx="851338" cy="256032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6B73"/>
                </a:solidFill>
                <a:latin typeface="Arial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10512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92224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WhatsApp-бот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ещё один привычный мессенджер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3347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Вход через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7004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регистрация в один клик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93008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7472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Семантический 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11296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поиск по смыслу, а не только по словам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34256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159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Голосовые ответы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52544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озвучивание ответов на казахском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75504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57216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A2A2F"/>
                </a:solidFill>
                <a:latin typeface="Arial"/>
              </a:rPr>
              <a:t>Базы знаний организаций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193792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6B73"/>
                </a:solidFill>
                <a:latin typeface="Arial"/>
              </a:rPr>
              <a:t>общие документы для команды или колледжа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040493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9748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Рахмет! Спасибо!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C8C8CE"/>
                </a:solidFill>
                <a:latin typeface="Arial"/>
              </a:rPr>
              <a:t>Попробуйте Mind AI прямо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A9ABF8"/>
                </a:solidFill>
                <a:latin typeface="Arial"/>
              </a:rPr>
              <a:t>chatbotai-production-51ae.up.railway.app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A9ABF8"/>
                </a:solidFill>
                <a:latin typeface="Arial"/>
              </a:rPr>
              <a:t>github.com/adiletpn/ChatBotAI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265176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47548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C8C8CE"/>
                </a:solidFill>
                <a:latin typeface="Arial"/>
              </a:rPr>
              <a:t>Сканируйте, чтобы открыть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